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ABBA0-B7C0-4624-9BD9-F89F5810A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6E5895-C601-43A2-B31D-83362D649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04769D-C8A5-4A9D-AEF6-3ACB0C52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13647-AF1A-471C-8A46-214AAE3A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A20095-4BCD-4F08-8BF4-4ACF326A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1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649DE-13D6-43F8-913F-69B2C8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419442-0245-4F9F-B14E-F799801A3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07420-64AB-4875-AD06-5D6FC5AF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35E97-A227-4581-959D-725629CD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590850-2E45-4D7E-B0F4-EC7B9EA1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25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EAED1-7D1E-4CDE-AB9E-80F57E8A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75D42-02D6-4BD6-8D3A-F0CF2E13B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863B1-3B1C-4106-819A-10C3C5A7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A031FB-AF18-41A0-A7F0-A85C5A3D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1C65E2-0391-4840-A2FD-85FD0AAC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6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1E2AC-43F5-4A48-AC09-6248E838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0E260-9281-4C2B-93E6-23291BED9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F0DB5D-F3A7-4EA6-8760-E31C28947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4E3F6C-AA08-42FA-B237-F76BD756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6EF206-5FFE-461F-A85B-D15F01EB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4698F1-5F08-4880-A126-54E7EF7A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40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47C5E-1A0B-4BBD-BE9C-98FF9EA7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50612-C620-481D-86E9-22A7EE283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A94E64-0826-41B7-A3EC-B515EEFF2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678D77-B4F3-49D4-BF1C-173D19301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CB23D0-4F7C-4EE4-AD69-9FC67D3AB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2D6A9D-3712-42B5-9DFB-D35FA9337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4DC0E5-01DA-48E9-A6D6-CD071BFF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CA782E-EAC7-4CD9-A989-C03CE888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7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31C04-D8B2-4F4B-9FC7-7DEC3EEC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11119F-007D-422F-8C94-2305B773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76C7F4-00D1-4E7A-8706-63DBB4DC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616EFD-DE10-4EC7-96C3-E81DD84B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98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2DC870-04BF-4270-A789-C1FD451D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38BA99-98FA-4F5F-A946-70B6947F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A82E6-0C96-4D92-87B9-652D154A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07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DA570-593A-44C9-94FA-F620DC0F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FD44B-AA5B-421B-8BB5-CFFEDF601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DF9E3-9726-455A-85DE-E08F6C4A0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3DF7A4-F415-42FF-B62E-651F3775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DC31DB-EB2C-4558-BC4B-6BD42C50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325E0B-DD0A-4506-8F4B-C4F64828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50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A56BA-41DB-4F17-839A-6A4F964B7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3AF8F5-5613-477A-AC4C-37D6164F3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B92202-672C-46F9-AEEB-A95258F37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C0DC08-FB2D-4BAF-B4DE-FBE88B3A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DF9286-21CF-4ACC-B678-A3213455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2BA48-13D3-4CF3-9DD0-7FD53E31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99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E14AC-2682-4E74-871D-30EA8B5D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E0E0EE-8C50-4221-AD18-0B42D4F5A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9676E-50F1-4C52-9A4B-5086F0C7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EB0F0-045B-497B-A1E3-4DC5B0D9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62D9EB-3CD3-432E-8C82-25009E9A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6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D5CF15-158C-4EC4-B4CB-712254B67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6D45FE-C6B3-42B6-8DD6-B6920122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3424C-E2E0-4101-ABF3-2C983F71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070DAB-F4CB-4E30-B228-7B045B7D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AB6E5-BCF1-4B92-8367-AFFA0D9A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7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B31552-610D-48A6-90DF-0F2C26E6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86B170-EB97-409C-8245-B39888D7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6BD74-D66E-4B5A-8D9F-F8B84702E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0E5BD-9E34-4098-A616-894D55FE18BE}" type="datetimeFigureOut">
              <a:rPr lang="ko-KR" altLang="en-US" smtClean="0"/>
              <a:t>2021-04-17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4BC6A-E451-417E-BEB9-B65DFE4D9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67E4D-54C4-4DDA-BE82-7B81EC8F4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95E00-3600-489E-BD71-851687AD7D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371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2B58CC0-34B2-4C24-9224-B85E803A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099"/>
            <a:ext cx="12192000" cy="399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1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56FED1-8965-4092-9F52-77A6B368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222" y="0"/>
            <a:ext cx="9087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6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6761DED-6869-4BCA-A7DB-CD087912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1009650"/>
            <a:ext cx="917257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7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B99F3F8-2B44-462C-B4AF-CA283FF66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1109339"/>
            <a:ext cx="9716856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03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B8AEAD-60BC-47E7-BA2A-2411CECE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7358"/>
            <a:ext cx="12192000" cy="320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2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5334C8-4187-46C7-B35E-27FA8CB5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247206"/>
            <a:ext cx="11536385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3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224AD3-2296-4688-8563-742EA758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" y="213864"/>
            <a:ext cx="11031489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2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734CEE-C6C2-492E-B7FD-B7ED9516C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66" y="305929"/>
            <a:ext cx="4677428" cy="2019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ADAD89-ADDF-4DB7-AEA7-13F0A53CB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11" y="305929"/>
            <a:ext cx="6287377" cy="21053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E614A1-2257-450B-A747-997179BA9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86" y="2498894"/>
            <a:ext cx="6544588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7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617A2E-DBCE-4449-AE24-452884F5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536"/>
            <a:ext cx="4896533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0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DCB8CFF-B35C-4F17-B2F8-AA51DF68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8" y="82328"/>
            <a:ext cx="11488753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7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AC57026-577C-4117-8740-A21B3EC7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" y="830549"/>
            <a:ext cx="12192000" cy="461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4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5FA570-CA74-46CE-9680-F163C340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88" y="66205"/>
            <a:ext cx="8402223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70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3A7B11-3655-4E92-8FD0-11586BEE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1404655"/>
            <a:ext cx="8554644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8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D5B95F-6FDC-4B58-90C4-D7F9EE632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532996"/>
            <a:ext cx="9602540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41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AED739-7864-4F8F-8F55-0851128A1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123363"/>
            <a:ext cx="9526329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19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74A7F2-03CB-49F7-B241-9CFFC2F9F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09" y="604443"/>
            <a:ext cx="9545382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5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D73538-CC8A-4F1D-9992-1FBD0E57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628" y="351995"/>
            <a:ext cx="5334744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9FF2AD-5BB3-4313-91BA-136989E7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38" y="456131"/>
            <a:ext cx="7678222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24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8DEFC0-4566-47BC-9B69-FC1C559C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232916"/>
            <a:ext cx="10193173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99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2F4AF6-C27E-470D-A600-B6800A26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55" y="0"/>
            <a:ext cx="7578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9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7497BF-6336-4E5D-8151-A267D1EC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790206"/>
            <a:ext cx="8221222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09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661E2F-50DD-4DE1-A904-59FA764B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1738076"/>
            <a:ext cx="8164064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34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B80289-B9F9-47E0-A2AA-54350F1DE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84" y="1114102"/>
            <a:ext cx="7754432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96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287BD8-660C-4133-9C40-B4CCA1BAB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209100"/>
            <a:ext cx="8097380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37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6DC920-7BCA-4C2B-9332-D710D893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761628"/>
            <a:ext cx="8030696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04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665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968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42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393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578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531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097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437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863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762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81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516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167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732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144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036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10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517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831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97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0</Words>
  <Application>Microsoft Office PowerPoint</Application>
  <PresentationFormat>와이드스크린</PresentationFormat>
  <Paragraphs>0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21631</dc:creator>
  <cp:lastModifiedBy>21631</cp:lastModifiedBy>
  <cp:revision>10</cp:revision>
  <dcterms:created xsi:type="dcterms:W3CDTF">2021-04-16T16:11:16Z</dcterms:created>
  <dcterms:modified xsi:type="dcterms:W3CDTF">2021-04-16T22:14:26Z</dcterms:modified>
</cp:coreProperties>
</file>