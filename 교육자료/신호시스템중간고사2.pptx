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48" y="10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691556-F5BA-41E3-9478-D1404A9365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4CC9BDA-BD46-4FC0-A5F6-28FA568BFB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062670-7BA9-4C68-8B4E-8E5AEA6F3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DB1B4-427D-414F-A6FB-448D03530E0D}" type="datetimeFigureOut">
              <a:rPr lang="ko-KR" altLang="en-US" smtClean="0"/>
              <a:t>2021-04-18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0E62CD-8C09-4E74-8ED3-29E3F684A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25B650-E7EB-4F1F-836B-0F02D8D95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AFC7-4B81-441B-A6FC-B8FEF27FD1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905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F271B0-0854-4F27-97FA-36A77C5AA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0623F6-3399-4186-8463-166FE02C6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1EFF1A-C0CB-4CD8-9B32-9CEB6F876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DB1B4-427D-414F-A6FB-448D03530E0D}" type="datetimeFigureOut">
              <a:rPr lang="ko-KR" altLang="en-US" smtClean="0"/>
              <a:t>2021-04-18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FDD8AE-3E03-42FE-8369-B8F78845F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2FE7F4-0405-494A-97E4-67CC09371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AFC7-4B81-441B-A6FC-B8FEF27FD1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045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0677CD-F850-4941-AD35-C79BC68F4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EC09E8-758F-4598-9591-E9EF6109B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72F709-8B30-431C-B237-582E5BE97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DB1B4-427D-414F-A6FB-448D03530E0D}" type="datetimeFigureOut">
              <a:rPr lang="ko-KR" altLang="en-US" smtClean="0"/>
              <a:t>2021-04-18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D200C9-2D04-4F56-A5BA-3A8C4DF79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9C8ED3-3219-4881-AE34-460EC7175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AFC7-4B81-441B-A6FC-B8FEF27FD1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847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EBC192-9946-46CB-A69D-D3AD653D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44DF56-6211-4A87-BED4-CBADBFF180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5A9DD83-584C-44F6-9B5D-8A221811B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5C61AD-42B4-4857-B75E-E22BAE9AF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DB1B4-427D-414F-A6FB-448D03530E0D}" type="datetimeFigureOut">
              <a:rPr lang="ko-KR" altLang="en-US" smtClean="0"/>
              <a:t>2021-04-18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837DB4-D943-42D1-B35E-CBFA0B237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A81BFD-8010-40EE-AF4B-B84C878D4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AFC7-4B81-441B-A6FC-B8FEF27FD1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177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B24F1-08ED-4312-A1B5-5900FF685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E27702-EE43-44C7-B12A-90EA1EB99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CC0F6E-A0C8-4A0C-8B8F-6BE61A571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A7AABE9-7BD3-4A5A-ABBA-79695D4A7E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4D52E35-4FB5-4FA4-9737-6C16E5666A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69763C7-9E45-413D-AFF5-6C2FF5916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DB1B4-427D-414F-A6FB-448D03530E0D}" type="datetimeFigureOut">
              <a:rPr lang="ko-KR" altLang="en-US" smtClean="0"/>
              <a:t>2021-04-18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BE725C-25E1-4178-9C55-7B2D0E5FF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B8152EA-43B0-428F-A0BF-C1E4EF507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AFC7-4B81-441B-A6FC-B8FEF27FD1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155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E4507A-0A3F-4562-B0FC-69380AEBD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CCAE9FA-E78D-404A-931C-EA16FF4BC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DB1B4-427D-414F-A6FB-448D03530E0D}" type="datetimeFigureOut">
              <a:rPr lang="ko-KR" altLang="en-US" smtClean="0"/>
              <a:t>2021-04-18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9D134C1-08A3-42A3-9301-2304CDB1D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B9F49F-C830-4BE8-A647-A1C88263F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AFC7-4B81-441B-A6FC-B8FEF27FD1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944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A08BC35-38AD-4458-A2CC-2E31C7E63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DB1B4-427D-414F-A6FB-448D03530E0D}" type="datetimeFigureOut">
              <a:rPr lang="ko-KR" altLang="en-US" smtClean="0"/>
              <a:t>2021-04-18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490E0ED-AAE9-4761-B858-781E4E29D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857FF4-2BF6-4799-8DE5-7E0D469D0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AFC7-4B81-441B-A6FC-B8FEF27FD1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784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CEE330-DAA6-49D8-917F-52B86D1DD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06B6C4-E406-48A9-B3C1-E50DC119C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8C875CE-F9F7-45AA-A91F-5C6BB6D603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EDE4D2-C738-4D46-B39E-C80AC70DF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DB1B4-427D-414F-A6FB-448D03530E0D}" type="datetimeFigureOut">
              <a:rPr lang="ko-KR" altLang="en-US" smtClean="0"/>
              <a:t>2021-04-18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44079E-5011-4D13-A618-8D20B43AF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6FC8C8-11CB-46ED-92AB-5897413D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AFC7-4B81-441B-A6FC-B8FEF27FD1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687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D04D8D-A819-4D95-9E4F-A79A0CBDB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09E0ED5-54BF-43D2-A36D-9C3539D251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4DF4910-BCAA-47B9-B784-505B222C81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5B8357-9BB2-4DC6-BCB3-65F483535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DB1B4-427D-414F-A6FB-448D03530E0D}" type="datetimeFigureOut">
              <a:rPr lang="ko-KR" altLang="en-US" smtClean="0"/>
              <a:t>2021-04-18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FAED77A-2392-4FD1-99F6-46263CB9C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A1F857-3FE9-470A-9BC5-38523BEEB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AFC7-4B81-441B-A6FC-B8FEF27FD1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3142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0CFD84-8890-4802-BDF0-C3FB80BDF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7945F5-34E9-4FE1-96CD-1A0A72C40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6D9992-940A-4A0A-912D-5A6988118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DB1B4-427D-414F-A6FB-448D03530E0D}" type="datetimeFigureOut">
              <a:rPr lang="ko-KR" altLang="en-US" smtClean="0"/>
              <a:t>2021-04-18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92FAD6-8FE9-4799-B65B-21E25FAA2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F358CF-5F91-4BA6-93CF-F034ADF4A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AFC7-4B81-441B-A6FC-B8FEF27FD1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372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F8F4341-BDBA-4943-A5A7-3763682660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A755F4-3DF3-48DC-9DB2-8DAA85B01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D57FC0-C1D0-4323-9374-78111E180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DB1B4-427D-414F-A6FB-448D03530E0D}" type="datetimeFigureOut">
              <a:rPr lang="ko-KR" altLang="en-US" smtClean="0"/>
              <a:t>2021-04-18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BFD4CB-84AE-4206-AA1A-E8F9D8015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81DB95-1151-478E-891F-A72B0B043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AFC7-4B81-441B-A6FC-B8FEF27FD1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7725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2F4F334-5BBF-4AF2-9AA3-4CC0655DE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084389-8277-4E1D-90B5-818ECA31D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50368E-6A22-4CE4-88CE-8EED4C41F7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EDB1B4-427D-414F-A6FB-448D03530E0D}" type="datetimeFigureOut">
              <a:rPr lang="ko-KR" altLang="en-US" smtClean="0"/>
              <a:t>2021-04-18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1D5307-E665-4C59-89D8-0CA2F218D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039E3A-0FB3-43E4-A4F5-E76C8538F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1AFC7-4B81-441B-A6FC-B8FEF27FD1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613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2BF5D54C-0381-48F9-820D-000523692B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1" y="1405810"/>
            <a:ext cx="12396952" cy="326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4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02BB511B-427D-4A29-B64B-A274C37CA6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398" y="1328738"/>
            <a:ext cx="9521616" cy="385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286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594E041-5A74-4894-A27E-C76B850D8A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244" y="1514476"/>
            <a:ext cx="14516384" cy="208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796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0BA81D25-6CED-4A90-83AE-582303BFC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88" y="1056521"/>
            <a:ext cx="9537891" cy="4387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975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245434AF-D912-4FDA-B192-B7FD297A6E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52" y="1271588"/>
            <a:ext cx="12103583" cy="3503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420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717F1BB-C34F-4451-9BF0-9E75E157E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31" y="1457325"/>
            <a:ext cx="11436771" cy="327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200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25F893EF-0A7C-4A33-AAB9-C732EA274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64" y="985838"/>
            <a:ext cx="10735630" cy="389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191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7ECF2838-A3F2-4997-B2EF-AE718D70B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37" y="928688"/>
            <a:ext cx="10486430" cy="3970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353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와이드스크린</PresentationFormat>
  <Paragraphs>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21631</dc:creator>
  <cp:lastModifiedBy>21631</cp:lastModifiedBy>
  <cp:revision>2</cp:revision>
  <dcterms:created xsi:type="dcterms:W3CDTF">2021-04-18T05:22:23Z</dcterms:created>
  <dcterms:modified xsi:type="dcterms:W3CDTF">2021-04-18T05:27:32Z</dcterms:modified>
</cp:coreProperties>
</file>